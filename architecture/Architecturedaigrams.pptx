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DD515E42-1DE9-4EAD-81D9-442D5BDC8D7D}" type="datetimeFigureOut">
              <a:rPr lang="en-SE" smtClean="0"/>
              <a:t>2026-07-03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7205E442-97B3-4209-99F5-C5F8FB3DCCDE}" type="slidenum">
              <a:rPr lang="en-SE" smtClean="0"/>
              <a:t>‹#›</a:t>
            </a:fld>
            <a:endParaRPr lang="en-SE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8333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15E42-1DE9-4EAD-81D9-442D5BDC8D7D}" type="datetimeFigureOut">
              <a:rPr lang="en-SE" smtClean="0"/>
              <a:t>2026-07-03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5E442-97B3-4209-99F5-C5F8FB3DCCD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18140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15E42-1DE9-4EAD-81D9-442D5BDC8D7D}" type="datetimeFigureOut">
              <a:rPr lang="en-SE" smtClean="0"/>
              <a:t>2026-07-03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5E442-97B3-4209-99F5-C5F8FB3DCCDE}" type="slidenum">
              <a:rPr lang="en-SE" smtClean="0"/>
              <a:t>‹#›</a:t>
            </a:fld>
            <a:endParaRPr lang="en-SE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0580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15E42-1DE9-4EAD-81D9-442D5BDC8D7D}" type="datetimeFigureOut">
              <a:rPr lang="en-SE" smtClean="0"/>
              <a:t>2026-07-03</a:t>
            </a:fld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5E442-97B3-4209-99F5-C5F8FB3DCCD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870817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15E42-1DE9-4EAD-81D9-442D5BDC8D7D}" type="datetimeFigureOut">
              <a:rPr lang="en-SE" smtClean="0"/>
              <a:t>2026-07-03</a:t>
            </a:fld>
            <a:endParaRPr lang="en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5E442-97B3-4209-99F5-C5F8FB3DCCDE}" type="slidenum">
              <a:rPr lang="en-SE" smtClean="0"/>
              <a:t>‹#›</a:t>
            </a:fld>
            <a:endParaRPr lang="en-SE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7996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15E42-1DE9-4EAD-81D9-442D5BDC8D7D}" type="datetimeFigureOut">
              <a:rPr lang="en-SE" smtClean="0"/>
              <a:t>2026-07-03</a:t>
            </a:fld>
            <a:endParaRPr lang="en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5E442-97B3-4209-99F5-C5F8FB3DCCDE}" type="slidenum">
              <a:rPr lang="en-SE" smtClean="0"/>
              <a:t>‹#›</a:t>
            </a:fld>
            <a:endParaRPr lang="en-SE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4227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15E42-1DE9-4EAD-81D9-442D5BDC8D7D}" type="datetimeFigureOut">
              <a:rPr lang="en-SE" smtClean="0"/>
              <a:t>2026-07-03</a:t>
            </a:fld>
            <a:endParaRPr lang="en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5E442-97B3-4209-99F5-C5F8FB3DCCD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159688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15E42-1DE9-4EAD-81D9-442D5BDC8D7D}" type="datetimeFigureOut">
              <a:rPr lang="en-SE" smtClean="0"/>
              <a:t>2026-07-03</a:t>
            </a:fld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5E442-97B3-4209-99F5-C5F8FB3DCCDE}" type="slidenum">
              <a:rPr lang="en-SE" smtClean="0"/>
              <a:t>‹#›</a:t>
            </a:fld>
            <a:endParaRPr lang="en-SE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3592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15E42-1DE9-4EAD-81D9-442D5BDC8D7D}" type="datetimeFigureOut">
              <a:rPr lang="en-SE" smtClean="0"/>
              <a:t>2026-07-03</a:t>
            </a:fld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5E442-97B3-4209-99F5-C5F8FB3DCCD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791510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15E42-1DE9-4EAD-81D9-442D5BDC8D7D}" type="datetimeFigureOut">
              <a:rPr lang="en-SE" smtClean="0"/>
              <a:t>2026-07-03</a:t>
            </a:fld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5E442-97B3-4209-99F5-C5F8FB3DCCD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502203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15E42-1DE9-4EAD-81D9-442D5BDC8D7D}" type="datetimeFigureOut">
              <a:rPr lang="en-SE" smtClean="0"/>
              <a:t>2026-07-03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5E442-97B3-4209-99F5-C5F8FB3DCCDE}" type="slidenum">
              <a:rPr lang="en-SE" smtClean="0"/>
              <a:t>‹#›</a:t>
            </a:fld>
            <a:endParaRPr lang="en-SE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5105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15E42-1DE9-4EAD-81D9-442D5BDC8D7D}" type="datetimeFigureOut">
              <a:rPr lang="en-SE" smtClean="0"/>
              <a:t>2026-07-03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5E442-97B3-4209-99F5-C5F8FB3DCCDE}" type="slidenum">
              <a:rPr lang="en-SE" smtClean="0"/>
              <a:t>‹#›</a:t>
            </a:fld>
            <a:endParaRPr lang="en-SE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67005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15E42-1DE9-4EAD-81D9-442D5BDC8D7D}" type="datetimeFigureOut">
              <a:rPr lang="en-SE" smtClean="0"/>
              <a:t>2026-07-03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5E442-97B3-4209-99F5-C5F8FB3DCCD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8474447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15E42-1DE9-4EAD-81D9-442D5BDC8D7D}" type="datetimeFigureOut">
              <a:rPr lang="en-SE" smtClean="0"/>
              <a:t>2026-07-03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5E442-97B3-4209-99F5-C5F8FB3DCCDE}" type="slidenum">
              <a:rPr lang="en-SE" smtClean="0"/>
              <a:t>‹#›</a:t>
            </a:fld>
            <a:endParaRPr lang="en-SE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06961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15E42-1DE9-4EAD-81D9-442D5BDC8D7D}" type="datetimeFigureOut">
              <a:rPr lang="en-SE" smtClean="0"/>
              <a:t>2026-07-03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5E442-97B3-4209-99F5-C5F8FB3DCCDE}" type="slidenum">
              <a:rPr lang="en-SE" smtClean="0"/>
              <a:t>‹#›</a:t>
            </a:fld>
            <a:endParaRPr lang="en-SE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92765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15E42-1DE9-4EAD-81D9-442D5BDC8D7D}" type="datetimeFigureOut">
              <a:rPr lang="en-SE" smtClean="0"/>
              <a:t>2026-07-03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5E442-97B3-4209-99F5-C5F8FB3DCCDE}" type="slidenum">
              <a:rPr lang="en-SE" smtClean="0"/>
              <a:t>‹#›</a:t>
            </a:fld>
            <a:endParaRPr lang="en-SE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53822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15E42-1DE9-4EAD-81D9-442D5BDC8D7D}" type="datetimeFigureOut">
              <a:rPr lang="en-SE" smtClean="0"/>
              <a:t>2026-07-03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5E442-97B3-4209-99F5-C5F8FB3DCCDE}" type="slidenum">
              <a:rPr lang="en-SE" smtClean="0"/>
              <a:t>‹#›</a:t>
            </a:fld>
            <a:endParaRPr lang="en-SE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0202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D515E42-1DE9-4EAD-81D9-442D5BDC8D7D}" type="datetimeFigureOut">
              <a:rPr lang="en-SE" smtClean="0"/>
              <a:t>2026-07-03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205E442-97B3-4209-99F5-C5F8FB3DCCDE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226974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90F9-EAE8-4D4E-5F18-864BDC0AF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97CBD-1825-5988-0525-1178367B9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926158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E73C3-96E0-5A92-F6A2-C3C1AC2D3A2D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968759" y="303212"/>
            <a:ext cx="6848475" cy="6251575"/>
          </a:xfrm>
        </p:spPr>
        <p:txBody>
          <a:bodyPr>
            <a:noAutofit/>
          </a:bodyPr>
          <a:lstStyle/>
          <a:p>
            <a:pPr algn="ctr"/>
            <a:r>
              <a:rPr lang="en-US" sz="1600" dirty="0"/>
              <a:t>Internet Users</a:t>
            </a:r>
            <a:br>
              <a:rPr lang="en-US" sz="1600" dirty="0"/>
            </a:br>
            <a:r>
              <a:rPr lang="en-US" sz="1600" dirty="0"/>
              <a:t>│</a:t>
            </a:r>
            <a:br>
              <a:rPr lang="en-US" sz="1600" dirty="0"/>
            </a:br>
            <a:r>
              <a:rPr lang="en-US" sz="1600" dirty="0"/>
              <a:t>▼</a:t>
            </a:r>
            <a:br>
              <a:rPr lang="en-US" sz="1600" dirty="0"/>
            </a:br>
            <a:r>
              <a:rPr lang="en-US" sz="1600" dirty="0"/>
              <a:t>Application Load Balancer</a:t>
            </a:r>
            <a:br>
              <a:rPr lang="en-US" sz="1600" dirty="0"/>
            </a:br>
            <a:r>
              <a:rPr lang="en-US" sz="1600" dirty="0"/>
              <a:t>│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┌────┴────┐</a:t>
            </a:r>
            <a:br>
              <a:rPr lang="en-US" sz="1600" dirty="0"/>
            </a:br>
            <a:r>
              <a:rPr lang="en-US" sz="1600" dirty="0"/>
              <a:t>▼ ▼</a:t>
            </a:r>
            <a:br>
              <a:rPr lang="en-US" sz="1600" dirty="0"/>
            </a:br>
            <a:r>
              <a:rPr lang="en-US" sz="1600" dirty="0"/>
              <a:t>EC2 (AZ-1) EC2 (AZ-2)</a:t>
            </a:r>
            <a:br>
              <a:rPr lang="en-US" sz="1600" dirty="0"/>
            </a:br>
            <a:r>
              <a:rPr lang="en-US" sz="1600" dirty="0"/>
              <a:t>│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Auto Scaling Group</a:t>
            </a:r>
            <a:br>
              <a:rPr lang="en-US" sz="1600" dirty="0"/>
            </a:br>
            <a:r>
              <a:rPr lang="en-US" sz="1600" dirty="0"/>
              <a:t>│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EBS Volumes</a:t>
            </a:r>
            <a:br>
              <a:rPr lang="en-US" sz="1600" dirty="0"/>
            </a:br>
            <a:r>
              <a:rPr lang="en-US" sz="1600" dirty="0"/>
              <a:t>│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CloudWatch</a:t>
            </a:r>
            <a:br>
              <a:rPr lang="en-US" sz="1600" dirty="0"/>
            </a:br>
            <a:r>
              <a:rPr lang="en-US" sz="1600" dirty="0"/>
              <a:t>│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SNS Alerts (Optional)</a:t>
            </a:r>
            <a:endParaRPr lang="en-SE" sz="1600" dirty="0"/>
          </a:p>
        </p:txBody>
      </p:sp>
    </p:spTree>
    <p:extLst>
      <p:ext uri="{BB962C8B-B14F-4D97-AF65-F5344CB8AC3E}">
        <p14:creationId xmlns:p14="http://schemas.microsoft.com/office/powerpoint/2010/main" val="3139444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</TotalTime>
  <Words>54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Garamond</vt:lpstr>
      <vt:lpstr>Organic</vt:lpstr>
      <vt:lpstr>PowerPoint Presentation</vt:lpstr>
      <vt:lpstr>Internet Users │ ▼ Application Load Balancer │  ┌────┴────┐ ▼ ▼ EC2 (AZ-1) EC2 (AZ-2) │  Auto Scaling Group │  EBS Volumes │  CloudWatch │  SNS Alerts (Optional)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RANJITHA R Ramesh</dc:creator>
  <cp:lastModifiedBy>RANJITHA R Ramesh</cp:lastModifiedBy>
  <cp:revision>1</cp:revision>
  <dcterms:created xsi:type="dcterms:W3CDTF">2026-07-03T09:03:44Z</dcterms:created>
  <dcterms:modified xsi:type="dcterms:W3CDTF">2026-07-03T09:08:03Z</dcterms:modified>
</cp:coreProperties>
</file>